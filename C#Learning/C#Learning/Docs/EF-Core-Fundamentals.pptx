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04169"/>
            <a:ext cx="43276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 Core Fundamentals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5975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Beginner's Guide to ORM in .NET — your foundation for building the Quiz App backend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72854"/>
            <a:ext cx="752475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115345"/>
            <a:ext cx="10395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 1 OF 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319436" y="3072854"/>
            <a:ext cx="1313855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04491" y="3115345"/>
            <a:ext cx="16009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BEGINNER FRIENDLY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261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EF Core?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58205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Entity Framework Core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modern, cross-platform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Object-Relational Mapper (ORM)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.NET. It bridges your C# code and your database — automatically.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198117"/>
            <a:ext cx="2290465" cy="1274638"/>
          </a:xfrm>
          <a:prstGeom prst="roundRect">
            <a:avLst>
              <a:gd name="adj" fmla="val 4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344638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Maps Classes → Tables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872606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 classes become database tables without manual SQL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198117"/>
            <a:ext cx="2290539" cy="1274638"/>
          </a:xfrm>
          <a:prstGeom prst="roundRect">
            <a:avLst>
              <a:gd name="adj" fmla="val 4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23446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Raw SQL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651150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queries in C# using LINQ, not SQL strings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614514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7610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Source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406754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Lightweight, cross-platform, actively maintained by Microsoft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0137"/>
            <a:ext cx="380166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Choose EF Core?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75618"/>
            <a:ext cx="5192688" cy="294248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2645" y="1176263"/>
            <a:ext cx="186035" cy="1860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99163" y="117246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Productivity Boost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399163" y="1474812"/>
            <a:ext cx="225340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boilerplate SQL — focus on business logic, not query strings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2645" y="2067744"/>
            <a:ext cx="186035" cy="186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99163" y="2063948"/>
            <a:ext cx="15620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Strongly Typed LINQ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399163" y="2366293"/>
            <a:ext cx="225340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 errors at compile time with IntelliSense support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2645" y="2959224"/>
            <a:ext cx="186035" cy="186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99163" y="295542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Schema Evolution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99163" y="3257773"/>
            <a:ext cx="225340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 track database changes like Git tracks code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42645" y="3850704"/>
            <a:ext cx="186035" cy="1860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99163" y="3846909"/>
            <a:ext cx="18224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Multi-Database Support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399163" y="4149254"/>
            <a:ext cx="225340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Server, SQLite, PostgreSQL, MySQL — swap with minimal changes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231"/>
            <a:ext cx="272764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Getting Started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799281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steps to get EF Core running in your Quiz App project: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83828"/>
            <a:ext cx="8151763" cy="3575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66551" y="3300512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Define Entities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66551" y="3804454"/>
            <a:ext cx="1232034" cy="43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POCOs like Question and User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80432" y="3300512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Configure Connection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80432" y="3804454"/>
            <a:ext cx="1232034" cy="43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connection string and setup in Program.cs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2751" y="1305213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 Package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52751" y="1809155"/>
            <a:ext cx="1232034" cy="57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 add package Microsoft.EntityFrameworkCore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50944" y="1305213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DbContext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50944" y="1809155"/>
            <a:ext cx="1232034" cy="43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DbContext with DbSet properties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625057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 Core is ready to map your C# objects to a real database in minutes — no complex setup required.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3606"/>
            <a:ext cx="64071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DbContext — The Heart of EF Core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0953"/>
            <a:ext cx="27461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Does DbContext Do?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74168"/>
            <a:ext cx="3902943" cy="106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the database connection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changes to all entities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Coordinates saving data with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SaveChanges()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Exposes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DbSet&lt;T&gt;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properties for each table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899097"/>
            <a:ext cx="3902943" cy="1011138"/>
          </a:xfrm>
          <a:prstGeom prst="roundRect">
            <a:avLst>
              <a:gd name="adj" fmla="val 5889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114154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062064"/>
            <a:ext cx="3300487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of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your app's session with the database — it knows everything happening during a request.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131095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Quiz App Example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49701" y="1691878"/>
            <a:ext cx="3902943" cy="2778472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742631" y="1691878"/>
            <a:ext cx="3917082" cy="2778472"/>
          </a:xfrm>
          <a:prstGeom prst="roundRect">
            <a:avLst>
              <a:gd name="adj" fmla="val 765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4919811" y="1833637"/>
            <a:ext cx="3562722" cy="2494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QuizDbContext : DbContext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DbSet&lt;Question&gt; Questions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DbSet&lt;User&gt; Users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DbSet&lt;QuizResult&gt; Results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protected override void OnConfiguring(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DbContextOptionsBuilder options)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=&gt; options.UseSqlServer(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"your-connection-string");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0058"/>
            <a:ext cx="468257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Entity Classes — POCOs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65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Plain Old CLR Objects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simple C# classes that EF Core maps to database tables. No special base classes needed.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52315"/>
            <a:ext cx="3902943" cy="2551658"/>
          </a:xfrm>
          <a:prstGeom prst="roundRect">
            <a:avLst>
              <a:gd name="adj" fmla="val 2333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049" y="1852315"/>
            <a:ext cx="3917082" cy="2551658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66229" y="1994074"/>
            <a:ext cx="3562722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Question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Id { get; set; }        // Primary Key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Text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Category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Difficulty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Navigation property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List&lt;Answer&gt; Answers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1852315"/>
            <a:ext cx="3902943" cy="2551658"/>
          </a:xfrm>
          <a:prstGeom prst="roundRect">
            <a:avLst>
              <a:gd name="adj" fmla="val 2333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742631" y="1852315"/>
            <a:ext cx="3917082" cy="2551658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919811" y="1994074"/>
            <a:ext cx="3562722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Answer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int Id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string Text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bool IsCorrect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// Foreign Key relationship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int QuestionId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Question Question { get; set;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3200326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Building &amp; Relationships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1991246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 Core gives you three ways to configure your model — from simple to advanced: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22140"/>
            <a:ext cx="3986733" cy="4103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6818" y="2204740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Conventions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16818" y="2356619"/>
            <a:ext cx="3783434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 auto-detects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primary key and names tables from class names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570187"/>
            <a:ext cx="3986733" cy="4103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6818" y="2652787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Annotations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616818" y="2804666"/>
            <a:ext cx="3783434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[Key]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[Required]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[MaxLength(500)]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directly on properties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18234"/>
            <a:ext cx="3986733" cy="4103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6818" y="3100834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Fluent API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616818" y="3252713"/>
            <a:ext cx="3783434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control in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OnModelCreating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ideal for complex relationships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07802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Migrations — Version Control for Your Database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25119" y="1505248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 let you evolve your database schema over time — safely and incrementally — just like Git for your code.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2042443"/>
            <a:ext cx="522759" cy="784101"/>
          </a:xfrm>
          <a:prstGeom prst="roundRect">
            <a:avLst>
              <a:gd name="adj" fmla="val 3600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88457" y="2311971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68354" y="2173114"/>
            <a:ext cx="217155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Add-Migration InitialCreate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68354" y="2449488"/>
            <a:ext cx="40795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Scaffolds a migration file from your current model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25119" y="2947020"/>
            <a:ext cx="522759" cy="784101"/>
          </a:xfrm>
          <a:prstGeom prst="roundRect">
            <a:avLst>
              <a:gd name="adj" fmla="val 3600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88457" y="3216548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68354" y="307769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Update-Database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68354" y="3354065"/>
            <a:ext cx="40795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pending migrations to the actual database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851597"/>
            <a:ext cx="522759" cy="784101"/>
          </a:xfrm>
          <a:prstGeom prst="roundRect">
            <a:avLst>
              <a:gd name="adj" fmla="val 3600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88457" y="4121125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354" y="3982269"/>
            <a:ext cx="227000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Add-Migration AddCategory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68354" y="4258642"/>
            <a:ext cx="40795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new column later — EF generates the ALTER TABLE for you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1102"/>
            <a:ext cx="53888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EF Core Concepts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67607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283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Change Tracking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4816"/>
            <a:ext cx="398725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 Core monitors entity states — Added, Modified, Deleted — and syncs them with one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SaveChanges()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67607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283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4816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 multiple operations in a transaction — all succeed or all roll back, keeping data consistent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Shadow Properties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843933"/>
            <a:ext cx="398725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data in the database (like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without adding a property to your C# class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Query Filters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843933"/>
            <a:ext cx="3987329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filter data on every query — perfect for soft deletes: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.Where(q =&gt; !q.IsDeleted)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2114"/>
            <a:ext cx="74117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 Core in Your Quiz App — What's Next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1946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Quiz App Stack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8267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Entities: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Question, Answer, User, QuizResult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DbContext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manages all quiz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Migrations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evolve schema as features grow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LINQ queries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fetch questions &amp; scores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098081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313137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261047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 Core is your foundation. Master it here, and PPT 2 (Querying &amp; LINQ) will feel natural.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151946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49701" y="1900386"/>
            <a:ext cx="1880592" cy="133670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6222" y="2046908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ORM Magic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96222" y="2410123"/>
            <a:ext cx="158755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 classes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Database tables, automatically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72052" y="1900386"/>
            <a:ext cx="1880592" cy="133670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18573" y="2046908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DbContext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18573" y="2410123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central hub for all data operations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49701" y="3378845"/>
            <a:ext cx="3902943" cy="883072"/>
          </a:xfrm>
          <a:prstGeom prst="roundRect">
            <a:avLst>
              <a:gd name="adj" fmla="val 67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6222" y="35253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Migrations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96222" y="3888581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version control built 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2026-06-24T15:25:21Z</dcterms:created>
  <dcterms:modified xsi:type="dcterms:W3CDTF">2026-06-24T15:25:21Z</dcterms:modified>
</cp:coreProperties>
</file>